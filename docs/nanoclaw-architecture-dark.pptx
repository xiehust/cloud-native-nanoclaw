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1828800"/>
          </a:xfrm>
          <a:prstGeom prst="rect">
            <a:avLst/>
          </a:prstGeom>
          <a:solidFill>
            <a:srgbClr val="0A1520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NanoClaw on Cloud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56032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68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部署架构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AI Assistant Platform on AWS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 Stacks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Tables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512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502920"/>
            <a:ext cx="2011680" cy="320040"/>
          </a:xfrm>
          <a:prstGeom prst="rect">
            <a:avLst/>
          </a:prstGeom>
          <a:solidFill>
            <a:srgbClr val="1E3040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Users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0" y="502920"/>
            <a:ext cx="3474720" cy="320040"/>
          </a:xfrm>
          <a:prstGeom prst="rect">
            <a:avLst/>
          </a:prstGeom>
          <a:solidFill>
            <a:srgbClr val="1E3040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0" y="502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  Discord   Slack   Feishu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822960"/>
            <a:ext cx="0" cy="27432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" y="1097280"/>
            <a:ext cx="8778240" cy="3840480"/>
          </a:xfrm>
          <a:prstGeom prst="rect">
            <a:avLst/>
          </a:prstGeom>
          <a:solidFill>
            <a:srgbClr val="121F2B"/>
          </a:solidFill>
          <a:ln w="19050">
            <a:solidFill>
              <a:srgbClr val="1E88E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" y="11338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 (us-west-2)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"/>
            <a:ext cx="2468880" cy="438912"/>
          </a:xfrm>
          <a:prstGeom prst="rect">
            <a:avLst/>
          </a:prstGeom>
          <a:solidFill>
            <a:srgbClr val="0F1923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91440"/>
            <a:ext cx="137160" cy="10058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731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537960" y="228600"/>
            <a:ext cx="137160" cy="100584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1031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ControlPlane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537960" y="365760"/>
            <a:ext cx="137160" cy="100584"/>
          </a:xfrm>
          <a:prstGeom prst="rect">
            <a:avLst/>
          </a:prstGeom>
          <a:solidFill>
            <a:srgbClr val="69F0AE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474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72400" y="91440"/>
            <a:ext cx="137160" cy="10058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7315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772400" y="228600"/>
            <a:ext cx="137160" cy="100584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21031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772400" y="365760"/>
            <a:ext cx="137160" cy="10058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347472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71600" y="1371600"/>
            <a:ext cx="2560320" cy="384048"/>
          </a:xfrm>
          <a:prstGeom prst="rect">
            <a:avLst/>
          </a:prstGeom>
          <a:solidFill>
            <a:srgbClr val="0D3B3A"/>
          </a:solidFill>
          <a:ln w="15240">
            <a:solidFill>
              <a:srgbClr val="4DB6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371600" y="1371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CDN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1563624"/>
            <a:ext cx="3657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97680" y="1371600"/>
            <a:ext cx="1828800" cy="384048"/>
          </a:xfrm>
          <a:prstGeom prst="rect">
            <a:avLst/>
          </a:prstGeom>
          <a:solidFill>
            <a:srgbClr val="0D3B3A"/>
          </a:solidFill>
          <a:ln w="15240">
            <a:solidFill>
              <a:srgbClr val="4DB6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9768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Static Site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92240" y="822960"/>
            <a:ext cx="0" cy="27432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486400" y="1097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CloudFront + ALB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1755648"/>
            <a:ext cx="0" cy="21031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solidFill>
            <a:srgbClr val="1A1040"/>
          </a:solidFill>
          <a:ln w="15240">
            <a:solidFill>
              <a:srgbClr val="B3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WAF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0" y="2157984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606040" y="1965960"/>
            <a:ext cx="2880360" cy="384048"/>
          </a:xfrm>
          <a:prstGeom prst="rect">
            <a:avLst/>
          </a:prstGeom>
          <a:solidFill>
            <a:srgbClr val="1A1040"/>
          </a:solidFill>
          <a:ln w="15240">
            <a:solidFill>
              <a:srgbClr val="B3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606040" y="19659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Service (x2-10)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2157984"/>
            <a:ext cx="548640" cy="0"/>
          </a:xfrm>
          <a:prstGeom prst="line">
            <a:avLst/>
          </a:prstGeom>
          <a:noFill/>
          <a:ln w="15240">
            <a:solidFill>
              <a:srgbClr val="546E7A"/>
            </a:solidFill>
            <a:prstDash val="solid"/>
            <a:headEnd type="triangl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035040" y="1965960"/>
            <a:ext cx="1828800" cy="384048"/>
          </a:xfrm>
          <a:prstGeom prst="rect">
            <a:avLst/>
          </a:prstGeom>
          <a:solidFill>
            <a:srgbClr val="0D2E1A"/>
          </a:solidFill>
          <a:ln w="15240">
            <a:solidFill>
              <a:srgbClr val="69F0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35040" y="1965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JWT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23360" y="2350008"/>
            <a:ext cx="0" cy="21031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65760" y="2578608"/>
            <a:ext cx="2011680" cy="384048"/>
          </a:xfrm>
          <a:prstGeom prst="rect">
            <a:avLst/>
          </a:prstGeom>
          <a:solidFill>
            <a:srgbClr val="0D253D"/>
          </a:solidFill>
          <a:ln w="1524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65760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(8 Tables)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606040" y="2578608"/>
            <a:ext cx="1828800" cy="384048"/>
          </a:xfrm>
          <a:prstGeom prst="rect">
            <a:avLst/>
          </a:prstGeom>
          <a:solidFill>
            <a:srgbClr val="0D253D"/>
          </a:solidFill>
          <a:ln w="1524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60604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2578608"/>
            <a:ext cx="1645920" cy="384048"/>
          </a:xfrm>
          <a:prstGeom prst="rect">
            <a:avLst/>
          </a:prstGeom>
          <a:solidFill>
            <a:srgbClr val="0D253D"/>
          </a:solidFill>
          <a:ln w="1524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25786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Store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37960" y="2578608"/>
            <a:ext cx="2011680" cy="384048"/>
          </a:xfrm>
          <a:prstGeom prst="rect">
            <a:avLst/>
          </a:prstGeom>
          <a:solidFill>
            <a:srgbClr val="0D253D"/>
          </a:solidFill>
          <a:ln w="1524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37960" y="2578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Mgr + ECR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520440" y="2962656"/>
            <a:ext cx="0" cy="21031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14400" y="3200400"/>
            <a:ext cx="2560320" cy="384048"/>
          </a:xfrm>
          <a:prstGeom prst="rect">
            <a:avLst/>
          </a:prstGeom>
          <a:solidFill>
            <a:srgbClr val="2E1A00"/>
          </a:solidFill>
          <a:ln w="15240">
            <a:solidFill>
              <a:srgbClr val="FFB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4400" y="3200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MicroVM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74720" y="3392424"/>
            <a:ext cx="3200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794760" y="3200400"/>
            <a:ext cx="2286000" cy="384048"/>
          </a:xfrm>
          <a:prstGeom prst="rect">
            <a:avLst/>
          </a:prstGeom>
          <a:solidFill>
            <a:srgbClr val="2E1A00"/>
          </a:solidFill>
          <a:ln w="15240">
            <a:solidFill>
              <a:srgbClr val="FFB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794760" y="32004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+ MCP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3200400"/>
            <a:ext cx="2103120" cy="384048"/>
          </a:xfrm>
          <a:prstGeom prst="rect">
            <a:avLst/>
          </a:prstGeom>
          <a:solidFill>
            <a:srgbClr val="2E1A00"/>
          </a:solidFill>
          <a:ln w="15240">
            <a:solidFill>
              <a:srgbClr val="FFB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309360" y="32004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194560" y="3584448"/>
            <a:ext cx="0" cy="210312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457200" y="3822192"/>
            <a:ext cx="1828800" cy="384048"/>
          </a:xfrm>
          <a:prstGeom prst="rect">
            <a:avLst/>
          </a:prstGeom>
          <a:solidFill>
            <a:srgbClr val="0D253D"/>
          </a:solidFill>
          <a:ln w="1524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38221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Reply Queue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0" y="4014216"/>
            <a:ext cx="36576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651760" y="3822192"/>
            <a:ext cx="1463040" cy="384048"/>
          </a:xfrm>
          <a:prstGeom prst="rect">
            <a:avLst/>
          </a:prstGeom>
          <a:solidFill>
            <a:srgbClr val="1E3040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651760" y="3822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APIs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29200" y="3822192"/>
            <a:ext cx="2011680" cy="384048"/>
          </a:xfrm>
          <a:prstGeom prst="rect">
            <a:avLst/>
          </a:prstGeom>
          <a:solidFill>
            <a:srgbClr val="2E0A0A"/>
          </a:solidFill>
          <a:ln w="15240">
            <a:solidFill>
              <a:srgbClr val="EF53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029200" y="38221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23760" y="3822192"/>
            <a:ext cx="1371600" cy="384048"/>
          </a:xfrm>
          <a:prstGeom prst="rect">
            <a:avLst/>
          </a:prstGeom>
          <a:solidFill>
            <a:srgbClr val="2E0A0A"/>
          </a:solidFill>
          <a:ln w="15240">
            <a:solidFill>
              <a:srgbClr val="EF53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223760" y="3822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389120"/>
            <a:ext cx="8595360" cy="256032"/>
          </a:xfrm>
          <a:prstGeom prst="rect">
            <a:avLst/>
          </a:prstGeom>
          <a:solidFill>
            <a:srgbClr val="0A19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4389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|  2 AZs  |  Public + Private Subnets  |  NAT Gateway  |  ARM64 Graviton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0040" y="4773168"/>
            <a:ext cx="548640" cy="0"/>
          </a:xfrm>
          <a:prstGeom prst="line">
            <a:avLst/>
          </a:prstGeom>
          <a:noFill/>
          <a:ln w="19050">
            <a:solidFill>
              <a:srgbClr val="546E7A"/>
            </a:solidFill>
            <a:prstDash val="solid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914400" y="47091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Flow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CDK Stacks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stacks deployed with  cdk deploy --all  •  Order: Foundation &gt; Auth, Agent &gt; ControlPlane &gt; Frontend &gt; Monitoring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4864" cy="187452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(2 AZs, Public + Private)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Bucket (lifecycle rules)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(8 tables, pay-per-request)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 + Reply + DLQ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Repositories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None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154680" y="749808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749808"/>
            <a:ext cx="54864" cy="1874520"/>
          </a:xfrm>
          <a:prstGeom prst="rect">
            <a:avLst/>
          </a:prstGeom>
          <a:solidFill>
            <a:srgbClr val="69F0AE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Stack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User Pool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users only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sign-in, auto-verify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Pool Client (SRP + Password)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implicit flow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None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989320" y="749808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749808"/>
            <a:ext cx="54864" cy="1874520"/>
          </a:xfrm>
          <a:prstGeom prst="rect">
            <a:avLst/>
          </a:prstGeom>
          <a:solidFill>
            <a:srgbClr val="FFB74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822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C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1133856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AgentBaseRole (Bedrock assume)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AgentScopedRole (ABAC)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 SessionTags isolation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DDB per-tenant access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SchedulerRole (EventBridge)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26480" y="23682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54864" cy="1874520"/>
          </a:xfrm>
          <a:prstGeom prst="rect">
            <a:avLst/>
          </a:prstGeom>
          <a:solidFill>
            <a:srgbClr val="B388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ControlPlane Stack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(internet-facing, port 80)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(2000 req/5min rate limit)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(0.5 vCPU, 1GB)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2-10 tasks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Group (1-month retention)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Foundation, Auth, Agent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154680" y="2834640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834640"/>
            <a:ext cx="54864" cy="1874520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CB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Website Bucket (OAC)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/api/* &gt; ALB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/webhook/* &gt; ALB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error handling (403&gt;index)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Auth, ControlPlane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989320" y="2834640"/>
            <a:ext cx="2651760" cy="1874520"/>
          </a:xfrm>
          <a:prstGeom prst="rect">
            <a:avLst/>
          </a:prstGeom>
          <a:solidFill>
            <a:srgbClr val="172A3A"/>
          </a:solidFill>
          <a:ln w="6350">
            <a:solidFill>
              <a:srgbClr val="1E3A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834640"/>
            <a:ext cx="54864" cy="18745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907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Stack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26480" y="3218688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Alert Topic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Alarm (messages &gt; 0)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Alarm (&gt; 80% for 5min)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Alarm (&gt; 100)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26480" y="44531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Depends: Foundation, ControlPlane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scripts/deploy.sh  •  15 automated steps  •  ~15 min end-to-end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2103120"/>
          </a:xfrm>
          <a:prstGeom prst="rect">
            <a:avLst/>
          </a:prstGeom>
          <a:solidFill>
            <a:srgbClr val="2E1A00"/>
          </a:solidFill>
          <a:ln w="12700">
            <a:solidFill>
              <a:srgbClr val="FFB7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920240" cy="3657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Pre-flight checks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npm install + build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ECR login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Docker: control-plane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Docker: agent-runtime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22576" y="1325880"/>
            <a:ext cx="201168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777240"/>
            <a:ext cx="1920240" cy="2103120"/>
          </a:xfrm>
          <a:prstGeom prst="rect">
            <a:avLst/>
          </a:prstGeom>
          <a:solidFill>
            <a:srgbClr val="0D253D"/>
          </a:solidFill>
          <a:ln w="12700">
            <a:solidFill>
              <a:srgbClr val="64B5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777240"/>
            <a:ext cx="1920240" cy="3657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cdk deploy --all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Foundation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Auth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ControlPlane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Frontend Stack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Monitoring Stack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17136" y="1325880"/>
            <a:ext cx="201168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777240"/>
            <a:ext cx="1920240" cy="2103120"/>
          </a:xfrm>
          <a:prstGeom prst="rect">
            <a:avLst/>
          </a:prstGeom>
          <a:solidFill>
            <a:srgbClr val="1A1040"/>
          </a:solidFill>
          <a:ln w="12700">
            <a:solidFill>
              <a:srgbClr val="B3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77240"/>
            <a:ext cx="1920240" cy="36576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Read CDK outputs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Register AgentCore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Wait READY (~10 min)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Stop warm sessions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Update ECS task def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Force ECS redeploy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11696" y="1325880"/>
            <a:ext cx="201168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49440" y="777240"/>
            <a:ext cx="1920240" cy="2103120"/>
          </a:xfrm>
          <a:prstGeom prst="rect">
            <a:avLst/>
          </a:prstGeom>
          <a:solidFill>
            <a:srgbClr val="0D3B3A"/>
          </a:solidFill>
          <a:ln w="12700">
            <a:solidFill>
              <a:srgbClr val="4DB6A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777240"/>
            <a:ext cx="192024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777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1234440"/>
            <a:ext cx="17007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Build web-console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S3 sync frontend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CloudFront invalidate</a:t>
            </a:r>
            <a:endParaRPr lang="en-US" sz="8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+ smoke test /health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solidFill>
            <a:srgbClr val="0A1520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 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https://&lt;cf&gt;/api   </a:t>
            </a:r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</a:t>
            </a:r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https://&lt;cf&gt;/webhook/{channel}/{botId}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Configuration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977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45920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vCPU / 1 GB ARM64 (Graviton)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4592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 tasks (SQS queue depth)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5628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45628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Pay-per-request, 8 tables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3977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39776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req / 5 min per IP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42702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FIFO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42702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600s visibility, per-group ordering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63440" y="45628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943600" y="45628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(dev), RETAIN (prod)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NanoClaw on Cloud - AWS CDK Deployment Architecture (Dark)</dc:title>
  <dc:subject>PptxGenJS Presentation</dc:subject>
  <dc:creator>NanoClaw on Cloud</dc:creator>
  <cp:lastModifiedBy>NanoClaw on Cloud</cp:lastModifiedBy>
  <cp:revision>1</cp:revision>
  <dcterms:created xsi:type="dcterms:W3CDTF">2026-03-22T13:58:22Z</dcterms:created>
  <dcterms:modified xsi:type="dcterms:W3CDTF">2026-03-22T13:58:22Z</dcterms:modified>
</cp:coreProperties>
</file>