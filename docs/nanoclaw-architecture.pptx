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NanoClaw on Cloud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56032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68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CDK 部署架构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AI Assistant Platform on AWS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 Stacks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Steps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Tables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67512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502920"/>
            <a:ext cx="2011680" cy="32004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Users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0" y="502920"/>
            <a:ext cx="3474720" cy="32004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0" y="502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  Discord   Slack   Feishu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822960"/>
            <a:ext cx="0" cy="27432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2880" y="1097280"/>
            <a:ext cx="8778240" cy="3840480"/>
          </a:xfrm>
          <a:prstGeom prst="rect">
            <a:avLst/>
          </a:prstGeom>
          <a:solidFill>
            <a:srgbClr val="FAFAFA"/>
          </a:solidFill>
          <a:ln w="19050">
            <a:solidFill>
              <a:srgbClr val="90CAF9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0040" y="11338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 (us-west-2)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"/>
            <a:ext cx="2468880" cy="438912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91440"/>
            <a:ext cx="137160" cy="100584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7315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537960" y="228600"/>
            <a:ext cx="137160" cy="100584"/>
          </a:xfrm>
          <a:prstGeom prst="rect">
            <a:avLst/>
          </a:prstGeom>
          <a:solidFill>
            <a:srgbClr val="7E57C2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1031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ControlPlane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537960" y="365760"/>
            <a:ext cx="137160" cy="10058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4747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772400" y="91440"/>
            <a:ext cx="137160" cy="100584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7315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772400" y="228600"/>
            <a:ext cx="137160" cy="100584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21031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772400" y="365760"/>
            <a:ext cx="137160" cy="10058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34747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371600" y="1371600"/>
            <a:ext cx="2560320" cy="384048"/>
          </a:xfrm>
          <a:prstGeom prst="rect">
            <a:avLst/>
          </a:prstGeom>
          <a:solidFill>
            <a:srgbClr val="E0F2F1"/>
          </a:solidFill>
          <a:ln w="15240">
            <a:solidFill>
              <a:srgbClr val="26A69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0" y="1371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CDN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31920" y="1563624"/>
            <a:ext cx="365760" cy="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97680" y="1371600"/>
            <a:ext cx="1828800" cy="384048"/>
          </a:xfrm>
          <a:prstGeom prst="rect">
            <a:avLst/>
          </a:prstGeom>
          <a:solidFill>
            <a:srgbClr val="E0F2F1"/>
          </a:solidFill>
          <a:ln w="15240">
            <a:solidFill>
              <a:srgbClr val="26A69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9768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Static Site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822960"/>
            <a:ext cx="0" cy="27432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486400" y="1097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CloudFront + ALB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651760" y="1755648"/>
            <a:ext cx="0" cy="210312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" y="1965960"/>
            <a:ext cx="1828800" cy="384048"/>
          </a:xfrm>
          <a:prstGeom prst="rect">
            <a:avLst/>
          </a:prstGeom>
          <a:solidFill>
            <a:srgbClr val="EDE7F6"/>
          </a:solidFill>
          <a:ln w="15240">
            <a:solidFill>
              <a:srgbClr val="7E57C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1965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WAF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0" y="2157984"/>
            <a:ext cx="320040" cy="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606040" y="1965960"/>
            <a:ext cx="2880360" cy="384048"/>
          </a:xfrm>
          <a:prstGeom prst="rect">
            <a:avLst/>
          </a:prstGeom>
          <a:solidFill>
            <a:srgbClr val="EDE7F6"/>
          </a:solidFill>
          <a:ln w="15240">
            <a:solidFill>
              <a:srgbClr val="7E57C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606040" y="19659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Service (x2-10)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0" y="2157984"/>
            <a:ext cx="548640" cy="0"/>
          </a:xfrm>
          <a:prstGeom prst="line">
            <a:avLst/>
          </a:prstGeom>
          <a:noFill/>
          <a:ln w="15240">
            <a:solidFill>
              <a:srgbClr val="78909C"/>
            </a:solidFill>
            <a:prstDash val="solid"/>
            <a:headEnd type="triangl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035040" y="1965960"/>
            <a:ext cx="1828800" cy="384048"/>
          </a:xfrm>
          <a:prstGeom prst="rect">
            <a:avLst/>
          </a:prstGeom>
          <a:solidFill>
            <a:srgbClr val="E8F5E9"/>
          </a:solidFill>
          <a:ln w="15240">
            <a:solidFill>
              <a:srgbClr val="66BB6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035040" y="1965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JWT Auth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023360" y="2350008"/>
            <a:ext cx="0" cy="210312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65760" y="2578608"/>
            <a:ext cx="2011680" cy="384048"/>
          </a:xfrm>
          <a:prstGeom prst="rect">
            <a:avLst/>
          </a:prstGeom>
          <a:solidFill>
            <a:srgbClr val="E3F2FD"/>
          </a:solidFill>
          <a:ln w="15240">
            <a:solidFill>
              <a:srgbClr val="42A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2578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(8 Tables)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06040" y="2578608"/>
            <a:ext cx="1828800" cy="384048"/>
          </a:xfrm>
          <a:prstGeom prst="rect">
            <a:avLst/>
          </a:prstGeom>
          <a:solidFill>
            <a:srgbClr val="E3F2FD"/>
          </a:solidFill>
          <a:ln w="15240">
            <a:solidFill>
              <a:srgbClr val="42A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60604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FIFO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2578608"/>
            <a:ext cx="1645920" cy="384048"/>
          </a:xfrm>
          <a:prstGeom prst="rect">
            <a:avLst/>
          </a:prstGeom>
          <a:solidFill>
            <a:srgbClr val="E3F2FD"/>
          </a:solidFill>
          <a:ln w="15240">
            <a:solidFill>
              <a:srgbClr val="42A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63440" y="25786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Store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37960" y="2578608"/>
            <a:ext cx="2011680" cy="384048"/>
          </a:xfrm>
          <a:prstGeom prst="rect">
            <a:avLst/>
          </a:prstGeom>
          <a:solidFill>
            <a:srgbClr val="E3F2FD"/>
          </a:solidFill>
          <a:ln w="15240">
            <a:solidFill>
              <a:srgbClr val="42A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37960" y="2578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Mgr + ECR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20440" y="2962656"/>
            <a:ext cx="0" cy="210312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14400" y="3200400"/>
            <a:ext cx="2560320" cy="384048"/>
          </a:xfrm>
          <a:prstGeom prst="rect">
            <a:avLst/>
          </a:prstGeom>
          <a:solidFill>
            <a:srgbClr val="FFF3E0"/>
          </a:solidFill>
          <a:ln w="15240">
            <a:solidFill>
              <a:srgbClr val="FFA7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14400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MicroVM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74720" y="3392424"/>
            <a:ext cx="320040" cy="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794760" y="3200400"/>
            <a:ext cx="2286000" cy="384048"/>
          </a:xfrm>
          <a:prstGeom prst="rect">
            <a:avLst/>
          </a:prstGeom>
          <a:solidFill>
            <a:srgbClr val="FFF3E0"/>
          </a:solidFill>
          <a:ln w="15240">
            <a:solidFill>
              <a:srgbClr val="FFA7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794760" y="3200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 + MCP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9360" y="3200400"/>
            <a:ext cx="2103120" cy="384048"/>
          </a:xfrm>
          <a:prstGeom prst="rect">
            <a:avLst/>
          </a:prstGeom>
          <a:solidFill>
            <a:srgbClr val="FFF3E0"/>
          </a:solidFill>
          <a:ln w="15240">
            <a:solidFill>
              <a:srgbClr val="FFA7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309360" y="3200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194560" y="3584448"/>
            <a:ext cx="0" cy="210312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57200" y="3822192"/>
            <a:ext cx="1828800" cy="384048"/>
          </a:xfrm>
          <a:prstGeom prst="rect">
            <a:avLst/>
          </a:prstGeom>
          <a:solidFill>
            <a:srgbClr val="E3F2FD"/>
          </a:solidFill>
          <a:ln w="15240">
            <a:solidFill>
              <a:srgbClr val="42A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57200" y="3822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Reply Queue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286000" y="4014216"/>
            <a:ext cx="365760" cy="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2651760" y="3822192"/>
            <a:ext cx="1463040" cy="384048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2651760" y="3822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APIs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029200" y="3822192"/>
            <a:ext cx="2011680" cy="384048"/>
          </a:xfrm>
          <a:prstGeom prst="rect">
            <a:avLst/>
          </a:prstGeom>
          <a:solidFill>
            <a:srgbClr val="FCE4EC"/>
          </a:solidFill>
          <a:ln w="15240">
            <a:solidFill>
              <a:srgbClr val="EF53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029200" y="3822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223760" y="3822192"/>
            <a:ext cx="1371600" cy="384048"/>
          </a:xfrm>
          <a:prstGeom prst="rect">
            <a:avLst/>
          </a:prstGeom>
          <a:solidFill>
            <a:srgbClr val="FCE4EC"/>
          </a:solidFill>
          <a:ln w="15240">
            <a:solidFill>
              <a:srgbClr val="EF535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7223760" y="3822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Alerts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4389120"/>
            <a:ext cx="8595360" cy="256032"/>
          </a:xfrm>
          <a:prstGeom prst="rect">
            <a:avLst/>
          </a:prstGeom>
          <a:solidFill>
            <a:srgbClr val="E8EAF6">
              <a:alpha val="50000"/>
            </a:srgbClr>
          </a:solidFill>
          <a:ln w="6350">
            <a:solidFill>
              <a:srgbClr val="C5CA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3891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|  2 AZs  |  Public + Private Subnets  |  NAT Gateway  |  ARM64 Graviton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20040" y="4773168"/>
            <a:ext cx="548640" cy="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914400" y="4709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Flow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2286000" y="4773168"/>
            <a:ext cx="548640" cy="0"/>
          </a:xfrm>
          <a:prstGeom prst="line">
            <a:avLst/>
          </a:prstGeom>
          <a:noFill/>
          <a:ln w="12700">
            <a:solidFill>
              <a:srgbClr val="78909C"/>
            </a:solidFill>
            <a:prstDash val="dash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2880360" y="4709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CDK Stacks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stacks deployed with  cdk deploy --all  •  Order: Foundation &gt; Auth, Agent &gt; ControlPlane &gt; Frontend &gt; Monitoring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4864" cy="187452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Stack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3385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(2 AZs, Public + Private)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Bucket (lifecycle rules)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(8 tables, pay-per-request)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FIFO + Reply + DLQ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Repositories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368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None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54680" y="749808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749808"/>
            <a:ext cx="54864" cy="18745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822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Stack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13385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User Pool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Admin-created users only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sign-in, auto-verify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Pool Client (SRP + Password)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implicit flow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0" y="2368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None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89320" y="749808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749808"/>
            <a:ext cx="54864" cy="187452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822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Stack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13385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AgentBaseRole (Bedrock assume)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AgentScopedRole (ABAC)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 SessionTags isolation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DDB per-tenant access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SchedulerRole (EventBridge)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26480" y="2368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Foundation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34640"/>
            <a:ext cx="54864" cy="1874520"/>
          </a:xfrm>
          <a:prstGeom prst="rect">
            <a:avLst/>
          </a:prstGeom>
          <a:solidFill>
            <a:srgbClr val="7E57C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27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ControlPlane Stack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21868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(internet-facing, port 80)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(2000 req/5min rate limit)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(0.5 vCPU, 1GB)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2-10 tasks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Group (1-month retention)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453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Foundation, Auth, Agent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154680" y="2834640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834640"/>
            <a:ext cx="54864" cy="1874520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Stack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21868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Website Bucket (OAC)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Distribution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/api/* &gt; ALB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/webhook/* &gt; ALB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error handling (403&gt;index)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91840" y="4453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Auth, ControlPlane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989320" y="2834640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2834640"/>
            <a:ext cx="54864" cy="18745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Stack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321868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Alert Topic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Alarm (messages &gt; 0)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Alarm (&gt; 80% for 5min)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 Alarm (&gt; 100)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26480" y="4453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Foundation, ControlPlane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scripts/deploy.sh  •  15 automated steps  •  ~15 min end-to-end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920240" cy="21031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A7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1920240" cy="36576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23444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Pre-flight checks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npm install + build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ECR login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Docker: control-plane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Docker: agent-runtime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22576" y="1325880"/>
            <a:ext cx="201168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777240"/>
            <a:ext cx="1920240" cy="210312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777240"/>
            <a:ext cx="1920240" cy="36576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777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70048" y="123444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cdk deploy --all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Foundation Stack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Auth Stack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Agent Stack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ControlPlane Stack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Frontend Stack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Monitoring Stack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17136" y="1325880"/>
            <a:ext cx="201168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0" y="777240"/>
            <a:ext cx="1920240" cy="2103120"/>
          </a:xfrm>
          <a:prstGeom prst="rect">
            <a:avLst/>
          </a:prstGeom>
          <a:solidFill>
            <a:srgbClr val="EDE7F6"/>
          </a:solidFill>
          <a:ln w="12700">
            <a:solidFill>
              <a:srgbClr val="7E57C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777240"/>
            <a:ext cx="1920240" cy="365760"/>
          </a:xfrm>
          <a:prstGeom prst="rect">
            <a:avLst/>
          </a:prstGeom>
          <a:solidFill>
            <a:srgbClr val="7E57C2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777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123444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Read CDK outputs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Register AgentCore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Wait READY (~10 min)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Stop warm sessions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Update ECS task def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Force ECS redeploy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11696" y="1325880"/>
            <a:ext cx="201168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49440" y="777240"/>
            <a:ext cx="1920240" cy="2103120"/>
          </a:xfrm>
          <a:prstGeom prst="rect">
            <a:avLst/>
          </a:prstGeom>
          <a:solidFill>
            <a:srgbClr val="E0F2F1"/>
          </a:solidFill>
          <a:ln w="12700">
            <a:solidFill>
              <a:srgbClr val="26A69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777240"/>
            <a:ext cx="1920240" cy="365760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777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59168" y="123444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Build web-console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S3 sync frontend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CloudFront invalidate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+ smoke test /health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8412480" cy="411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63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https://&lt;cf&gt;/   </a:t>
            </a:r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https://&lt;cf&gt;/api   </a:t>
            </a:r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</a:t>
            </a:r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https://&lt;cf&gt;/webhook/{channel}/{botId}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Configuration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977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45920" y="3977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vCPU / 1 GB ARM64 (Graviton)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2702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45920" y="42702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2-10 tasks (SQS queue depth)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45628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45628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Pay-per-request, 8 tables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63440" y="3977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43600" y="3977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req / 5 min per IP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63440" y="42702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FIFO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43600" y="42702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600s visibility, per-group ordering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63440" y="45628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43600" y="45628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(dev), RETAIN (prod)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NanoClaw on Cloud - AWS CDK Deployment Architecture</dc:title>
  <dc:subject>PptxGenJS Presentation</dc:subject>
  <dc:creator>NanoClaw on Cloud</dc:creator>
  <cp:lastModifiedBy>NanoClaw on Cloud</cp:lastModifiedBy>
  <cp:revision>1</cp:revision>
  <dcterms:created xsi:type="dcterms:W3CDTF">2026-03-22T13:49:26Z</dcterms:created>
  <dcterms:modified xsi:type="dcterms:W3CDTF">2026-03-22T13:49:26Z</dcterms:modified>
</cp:coreProperties>
</file>